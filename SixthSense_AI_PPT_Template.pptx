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one-line hook: every year lakhs of lives are lost to fatigue-related crashes on Indian highways, and most commercial fleets have zero visibility into driver alertness until it's too late. SixthSense AI closes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 specific MoRTH figures you've verified for the current year here. The point of this slide is scale: this isn't a niche problem, it's a national one, and fleets are where the highest-risk driving hours are concentrated.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card briefly. Spend the most time on offline AI mode and multilingual alerts — those are the two differentiators judges are most likely to probe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Read one 'without' line and its 'with' counterpart together, rather than listing all of one column then the other — it lands the contrast better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core claim in one sentence: SixthSense AI catches driver fatigue before it becomes a crash, and keeps working even where the network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515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0604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Sixth</a:t>
            </a:r>
            <a:pPr algn="ctr" indent="0" marL="0">
              <a:buNone/>
            </a:pPr>
            <a:r>
              <a:rPr lang="en-US" sz="5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pPr algn="ctr" indent="0" marL="0">
              <a:buNone/>
            </a:pPr>
            <a:r>
              <a:rPr lang="en-US" sz="5400" b="1" dirty="0">
                <a:solidFill>
                  <a:srgbClr val="D500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0" y="3456432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Driver Safety &amp; Analytics Platform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886200" y="4160520"/>
            <a:ext cx="4389120" cy="420624"/>
          </a:xfrm>
          <a:prstGeom prst="roundRect">
            <a:avLst>
              <a:gd name="adj" fmla="val 50000"/>
            </a:avLst>
          </a:prstGeom>
          <a:solidFill>
            <a:srgbClr val="001A1F"/>
          </a:solidFill>
          <a:ln w="12700">
            <a:solidFill>
              <a:srgbClr val="0034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86200" y="416052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TECHNOLOGIES INNOVENT HACKATHON 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4983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Apex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5321808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Bharathi B R  ·  Yogitha M R  ·  Shreya G P  ·  Chathurthi B 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356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Sixth</a:t>
            </a:r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pPr indent="0" marL="0">
              <a:buNone/>
            </a:pPr>
            <a:r>
              <a:rPr lang="en-US" sz="1300" b="1" dirty="0">
                <a:solidFill>
                  <a:srgbClr val="D500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fatigue on India's highways is a large, measurable, and preventable problem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4688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 lakh+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deaths in India annually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74720" y="21488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11880" y="24688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65760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highway crashes linked to driver fatigue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21488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46520" y="24688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500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49224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India's GDP lost to road accidents each year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0" y="214884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281160" y="24688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326880" y="35204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Fleets today with real-time drowsiness visibility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illustrative estimates compiled from publicly cited road-safety sources — verify against the latest MoRTH “Road Accidents in India” report before presenting.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356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Sixth</a:t>
            </a:r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pPr indent="0" marL="0">
              <a:buNone/>
            </a:pPr>
            <a:r>
              <a:rPr lang="en-US" sz="1300" b="1" dirty="0">
                <a:solidFill>
                  <a:srgbClr val="D500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SixthSense AI does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capabilities working together, from the dashboard to the driver's seat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001A1F"/>
          </a:solidFill>
          <a:ln w="12700">
            <a:solidFill>
              <a:srgbClr val="1E202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514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driver monitoring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8680" y="33832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drowsiness, yawning, distraction and stress from the camera feed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89120" y="21488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17720" y="2377440"/>
            <a:ext cx="548640" cy="548640"/>
          </a:xfrm>
          <a:prstGeom prst="ellipse">
            <a:avLst/>
          </a:prstGeom>
          <a:solidFill>
            <a:srgbClr val="001A1F"/>
          </a:solidFill>
          <a:ln w="12700">
            <a:solidFill>
              <a:srgbClr val="1E202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14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voice alerts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17720" y="33832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spoken warnings in Kannada, Hindi and English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138160" y="21488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66760" y="2377440"/>
            <a:ext cx="548640" cy="548640"/>
          </a:xfrm>
          <a:prstGeom prst="ellipse">
            <a:avLst/>
          </a:prstGeom>
          <a:solidFill>
            <a:srgbClr val="00190D"/>
          </a:solidFill>
          <a:ln w="12700">
            <a:solidFill>
              <a:srgbClr val="1E202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514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66760" y="3017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WhatsApp alerts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66760" y="33832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Auto-notifies fleet manager and emergency contacts on danger events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43434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68680" y="4572000"/>
            <a:ext cx="548640" cy="548640"/>
          </a:xfrm>
          <a:prstGeom prst="ellipse">
            <a:avLst/>
          </a:prstGeom>
          <a:solidFill>
            <a:srgbClr val="001A1F"/>
          </a:solidFill>
          <a:ln w="12700">
            <a:solidFill>
              <a:srgbClr val="1E202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7091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5212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Weather-aware risk scoring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68680" y="5577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Blends live route conditions into the driver's risk profile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389120" y="43434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17720" y="4572000"/>
            <a:ext cx="548640" cy="548640"/>
          </a:xfrm>
          <a:prstGeom prst="ellipse">
            <a:avLst/>
          </a:prstGeom>
          <a:solidFill>
            <a:srgbClr val="1A0020"/>
          </a:solidFill>
          <a:ln w="12700">
            <a:solidFill>
              <a:srgbClr val="1E2023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70916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17720" y="5212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analytics dashboard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617720" y="5577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status, trends and reports across the whole fleet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138160" y="43434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66760" y="4572000"/>
            <a:ext cx="548640" cy="548640"/>
          </a:xfrm>
          <a:prstGeom prst="ellipse">
            <a:avLst/>
          </a:prstGeom>
          <a:solidFill>
            <a:srgbClr val="1F1400"/>
          </a:solidFill>
          <a:ln w="12700">
            <a:solidFill>
              <a:srgbClr val="1E2023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70916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66760" y="5212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AI mode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366760" y="5577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and local alerts run fully on-device, no signal required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356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Sixth</a:t>
            </a:r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pPr indent="0" marL="0">
              <a:buNone/>
            </a:pPr>
            <a:r>
              <a:rPr lang="en-US" sz="1300" b="1" dirty="0">
                <a:solidFill>
                  <a:srgbClr val="D500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vs. after SixthSense AI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a fleet operator on day one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150607"/>
          </a:solidFill>
          <a:ln w="12700">
            <a:solidFill>
              <a:srgbClr val="3D0A1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4048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SIXTHSENSE AI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852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fatigue goes unnoticed until it's too late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8444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5112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fleet-wide visibility into who's at risk right now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4281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1696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Alerts, if any, arrive after an incident, not before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0118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48280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monitoring stops the moment connectivity drops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559552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5486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paperwork for incident reporting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6309360" y="21488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51208"/>
          </a:solidFill>
          <a:ln w="12700">
            <a:solidFill>
              <a:srgbClr val="0A3D2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6583680" y="24048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SIXTHSENSE AI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92608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03720" y="28529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Drowsiness and distraction are flagged the moment they start</a:t>
            </a:r>
            <a:endParaRPr lang="en-US" sz="12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584448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03720" y="35112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shows every driver's status at a glance</a:t>
            </a:r>
            <a:endParaRPr lang="en-US" sz="12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242816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03720" y="41696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multilingual voice alert, before a crash happens</a:t>
            </a:r>
            <a:endParaRPr lang="en-US" sz="12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4901184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03720" y="48280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and local alerts keep working fully offline</a:t>
            </a:r>
            <a:endParaRPr lang="en-US" sz="12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5559552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903720" y="5486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WhatsApp alerts and digital event logs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3716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432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4290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154680" y="4297680"/>
            <a:ext cx="5852160" cy="1371600"/>
          </a:xfrm>
          <a:prstGeom prst="roundRect">
            <a:avLst>
              <a:gd name="adj" fmla="val 6667"/>
            </a:avLst>
          </a:prstGeom>
          <a:solidFill>
            <a:srgbClr val="0D0D0D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37560" y="44805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Bharathi B R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bharathibrbharathi123@gmail.com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github.com/bharathibr-123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SixthSense AI</dc:title>
  <dc:subject>PptxGenJS Presentation</dc:subject>
  <dc:creator>Team Apex</dc:creator>
  <cp:lastModifiedBy>Team Apex</cp:lastModifiedBy>
  <cp:revision>1</cp:revision>
  <dcterms:created xsi:type="dcterms:W3CDTF">2026-07-03T01:20:12Z</dcterms:created>
  <dcterms:modified xsi:type="dcterms:W3CDTF">2026-07-03T01:20:12Z</dcterms:modified>
</cp:coreProperties>
</file>