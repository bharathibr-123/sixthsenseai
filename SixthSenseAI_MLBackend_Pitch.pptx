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333"/>
                </a:solidFill>
                <a:latin typeface="Arial"/>
              </a:rPr>
              <a:t>What the model weighs most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Duration</c:v>
                  </c:pt>
                  <c:pt idx="1">
                    <c:v>Hour</c:v>
                  </c:pt>
                  <c:pt idx="2">
                    <c:v>Blink Rate</c:v>
                  </c:pt>
                  <c:pt idx="3">
                    <c:v>Yawns</c:v>
                  </c:pt>
                  <c:pt idx="4">
                    <c:v>Alerts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0.333</c:v>
                </c:pt>
                <c:pt idx="1">
                  <c:v>0.289</c:v>
                </c:pt>
                <c:pt idx="2">
                  <c:v>0.226</c:v>
                </c:pt>
                <c:pt idx="3">
                  <c:v>0.092</c:v>
                </c:pt>
                <c:pt idx="4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8229600" cy="8229600"/>
          </a:xfrm>
          <a:prstGeom prst="ellipse">
            <a:avLst/>
          </a:prstGeom>
          <a:solidFill>
            <a:srgbClr val="1C3D5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914400"/>
            <a:ext cx="5486400" cy="5486400"/>
          </a:xfrm>
          <a:prstGeom prst="ellipse">
            <a:avLst/>
          </a:prstGeom>
          <a:solidFill>
            <a:srgbClr val="F2A104">
              <a:alpha val="12000"/>
            </a:srgbClr>
          </a:solidFill>
          <a:ln/>
        </p:spPr>
      </p:sp>
      <p:pic>
        <p:nvPicPr>
          <p:cNvPr id="4" name="Image 0" descr="icons/tru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34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SIXTHSENSE AI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21792" y="19659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Driver Safety &amp; Analytics Platform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" y="2788920"/>
            <a:ext cx="4206240" cy="502920"/>
          </a:xfrm>
          <a:prstGeom prst="rect">
            <a:avLst>
              <a:gd name="adj" fmla="val 14545"/>
            </a:avLst>
          </a:prstGeom>
          <a:solidFill>
            <a:srgbClr val="F2A104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27889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BACKEND ENGINEERING CONTRIBUTION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5806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Technologies InnoVent Hackathon 2026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ML + Backend Developer  ·  Supporting: Bharathi (Lead Developer)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is invisible — until it isn't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6" name="Image 0" descr="icons/mo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505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Long, irregular shifts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drivers routinely work overnight or split shifts, running directly against the body's natural drowsy-driving risk window.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4028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1" name="Image 1" descr="icons/roa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4505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91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visibility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 only learn a driver was fatigued after an incident report — never while it's still preventable.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4028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6" name="Image 2" descr="icons/chip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4505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91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 thresholds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39776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drowsiness detectors miss quiet drivers and false-alarm on expressive ones — no two faces read the same at rest.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that watches, warns, and remembers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AI detects drowsiness, distraction, and fatigue in real time — then logs, learns, and predicts, so every session makes the system smarter about that specific driver.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C3D5C">
              <a:alpha val="75000"/>
            </a:srgbClr>
          </a:solidFill>
          <a:ln/>
        </p:spPr>
      </p:sp>
      <p:pic>
        <p:nvPicPr>
          <p:cNvPr id="6" name="Image 0" descr="icons/chip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 · EAR/MAR · head pose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C3D5C">
              <a:alpha val="75000"/>
            </a:srgbClr>
          </a:solidFill>
          <a:ln/>
        </p:spPr>
      </p:sp>
      <p:pic>
        <p:nvPicPr>
          <p:cNvPr id="10" name="Image 1" descr="icons/diagram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060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engine → SAFE / WARNING / DANGER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23317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C3D5C">
              <a:alpha val="75000"/>
            </a:srgbClr>
          </a:solidFill>
          <a:ln/>
        </p:spPr>
      </p:sp>
      <p:pic>
        <p:nvPicPr>
          <p:cNvPr id="14" name="Image 2" descr="icons/volu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60604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Voice Alerts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50392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Kannada · Hindi, zero internet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4805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C3D5C">
              <a:alpha val="75000"/>
            </a:srgbClr>
          </a:solidFill>
          <a:ln/>
        </p:spPr>
      </p:sp>
      <p:pic>
        <p:nvPicPr>
          <p:cNvPr id="18" name="Image 3" descr="icons/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5488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81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Risk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22960" y="5349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accident risk, next 30 min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389120" y="44805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C3D5C">
              <a:alpha val="75000"/>
            </a:srgbClr>
          </a:solidFill>
          <a:ln/>
        </p:spPr>
      </p:sp>
      <p:pic>
        <p:nvPicPr>
          <p:cNvPr id="22" name="Image 4" descr="icons/slid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75488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4681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Calibration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663440" y="5349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each driver's own baseline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229600" y="44805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C3D5C">
              <a:alpha val="75000"/>
            </a:srgbClr>
          </a:solidFill>
          <a:ln/>
        </p:spPr>
      </p:sp>
      <p:pic>
        <p:nvPicPr>
          <p:cNvPr id="26" name="Image 5" descr="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75488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06840" y="4681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Analytics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8503920" y="5349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history, trends, weekly rollups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 behind the live camera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23360" y="16916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Loop  </a:t>
            </a:r>
            <a:pPr algn="ctr" indent="0" marL="0">
              <a:buNone/>
            </a:pPr>
            <a:r>
              <a:rPr lang="en-US" sz="1400" i="1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(Bharathi)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EAR/MAR · risk engine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2468880"/>
            <a:ext cx="0" cy="3657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3624" y="2834640"/>
            <a:ext cx="0" cy="228600"/>
          </a:xfrm>
          <a:prstGeom prst="line">
            <a:avLst/>
          </a:prstGeom>
          <a:noFill/>
          <a:ln w="15240">
            <a:solidFill>
              <a:srgbClr val="5B6B8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21208" y="3063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33375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" y="397764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4526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drivers, sessions, alerts, analytics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22192" y="2834640"/>
            <a:ext cx="0" cy="228600"/>
          </a:xfrm>
          <a:prstGeom prst="line">
            <a:avLst/>
          </a:prstGeom>
          <a:noFill/>
          <a:ln w="15240">
            <a:solidFill>
              <a:srgbClr val="5B6B82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2779776" y="3063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icons/volum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33375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89504" y="397764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offline_voice.py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916936" y="4526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Pre-cached multilingual MP3 alerts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80760" y="2834640"/>
            <a:ext cx="0" cy="228600"/>
          </a:xfrm>
          <a:prstGeom prst="line">
            <a:avLst/>
          </a:prstGeom>
          <a:noFill/>
          <a:ln w="15240">
            <a:solidFill>
              <a:srgbClr val="5B6B82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038344" y="3063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icons/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337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48072" y="397764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api_routes.py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75504" y="4526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10-route Flask Blueprint (REST API)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339328" y="2834640"/>
            <a:ext cx="0" cy="228600"/>
          </a:xfrm>
          <a:prstGeom prst="line">
            <a:avLst/>
          </a:prstGeom>
          <a:noFill/>
          <a:ln w="15240">
            <a:solidFill>
              <a:srgbClr val="5B6B82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7296912" y="3063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icons/slid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3375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397764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threshold_calibration.py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34072" y="4526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Per-driver EAR/MAR baseline learning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0597896" y="2834640"/>
            <a:ext cx="0" cy="228600"/>
          </a:xfrm>
          <a:prstGeom prst="line">
            <a:avLst/>
          </a:prstGeom>
          <a:noFill/>
          <a:ln w="15240">
            <a:solidFill>
              <a:srgbClr val="5B6B82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9555480" y="3063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0" name="Image 4" descr="icons/chartlin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333756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65208" y="397764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risk_predictor.py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92640" y="4526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accident-risk model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share one SQLite database and register into app.py as a single Blueprint — no restructuring of the existing camera loop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DATABASE.PY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of every session, not just a live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0604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driver_id · driver_name · age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vehicle_type · vehicle_number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ear_threshold · mar_threshold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10712" y="2377440"/>
            <a:ext cx="260604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5603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· driver_id (FK)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peak_score · final_level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yawn_count · blink_count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72784" y="2377440"/>
            <a:ext cx="260604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5603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alert_id · session_id (FK)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alert_type · risk_score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location_lat · location_lng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8288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driver_analytics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34856" y="2377440"/>
            <a:ext cx="260604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25603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analytics_id · driver_id (FK)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week_number · avg_risk_score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fatigue_trend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93085" y="2880360"/>
            <a:ext cx="1792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55157" y="2880360"/>
            <a:ext cx="1792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17229" y="2880360"/>
            <a:ext cx="1792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cascade on delete. Every function returns plain dicts — Flask routes just jsonify() the result directly.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Self-tested: 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driver → save session → log alerts → recompute weekly analytics, verified end-to-end on a throwaway DB.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THRESHOLD_CALIBRATION.PY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two drivers' faces read the same at 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either miss drowsiness in some drivers or false-alarm on others. This module learns each driver's own resting EAR/MAR over their first sessions, then personalizes their thresholds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51560" y="2880360"/>
            <a:ext cx="5669280" cy="0"/>
          </a:xfrm>
          <a:prstGeom prst="line">
            <a:avLst/>
          </a:prstGeom>
          <a:noFill/>
          <a:ln w="381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43200"/>
            <a:ext cx="274320" cy="2743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2743200"/>
            <a:ext cx="274320" cy="2743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743200"/>
            <a:ext cx="274320" cy="2743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2743200"/>
            <a:ext cx="274320" cy="2743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743200"/>
            <a:ext cx="274320" cy="27432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2402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2A104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AUTO-CALIBRATES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160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 Threshold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5445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1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resting average − 0.05 margin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4892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eyes close further than resting — lower than baseline signals danger.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– 0.32 clamp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397764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4160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 Threshold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45445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1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resting average + 0.15 margin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4892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Yawns open wider than resting — higher than baseline signals fatigue.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6364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– 0.85 clamp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Recalibrates every 10 sessions after the initial window — adapting to age, eyewear, or lighting changes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RISK_PREDICTOR.PY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next 30 minutes, not just this frame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 (circadian risk curve)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 (time-on-task fatigue)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 count this session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rate  (per minute)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alerts this session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· depth 8 · class-balanced · scikit-learn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16002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(SYNTHETIC HOLD-OUT SET)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852160" y="196596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85216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65.5%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85216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82396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82396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domain-informed synthetic dataset (real drowsy-driving circadian research) — a ready-made retrain hook swaps in real fleet data as it's collected.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OFFLINE_VOICE.PY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Speaks even where the signal doesn't reach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Highways and mine sites have patchy connectivity — exactly where a safety alert matters most. Alerts are generated once, cached to disk, and played back with zero network dependency while driving.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1C3D5C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synthesizes 6 MP3s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(needs internet once)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42232" y="329184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25146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1C3D5C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sounds/ folder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local disk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99832" y="329184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2A104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Offline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plays instantly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needed</a:t>
            </a:r>
            <a:endParaRPr lang="en-US" sz="1200" dirty="0"/>
          </a:p>
        </p:txBody>
      </p:sp>
      <p:pic>
        <p:nvPicPr>
          <p:cNvPr id="19" name="Image 0" descr="icons/langu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17320" y="5074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 × 2 severity levels  </a:t>
            </a:r>
            <a:pPr indent="0" marL="0">
              <a:buNone/>
            </a:pPr>
            <a:r>
              <a:rPr lang="en-US" sz="140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English · Kannada · Hindi  ×  Warning · Danger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5806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on network failure, then fails gracefully — a bad wifi moment during generation never crashes the live monitoring loop.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API_ROUTES.PY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endpoints, one Blueprint, zero refactor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Bharathi adds two lines to app.py — "from api_routes import api_bp" and "app.register_blueprint(api_bp)" — and every route below is live.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420624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4846320"/>
              </a:tblGrid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/api/driver/register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new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/api/driver/&lt;id&gt;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driver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/api/fleet/drivers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fleet drivers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/api/driver/&lt;id&gt;/thresholds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override thresholds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/api/session/save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 completed session + its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/api/driver/&lt;id&gt;/sessions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 driver's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/api/driver/&lt;id&gt;/analytics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+ daily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/api/driver/&lt;id&gt;/risk-prediction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Accident-risk probability, next 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/api/driver/&lt;id&gt;/calibration-status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progress (e.g. 3/5)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/api/driver/&lt;id&gt;/calibration-reset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calibration to defaults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tested, honest about its limits</a:t>
            </a:r>
            <a:endParaRPr lang="en-US" sz="2800" dirty="0"/>
          </a:p>
        </p:txBody>
      </p:sp>
      <p:pic>
        <p:nvPicPr>
          <p:cNvPr id="4" name="Image 0" descr="icons/che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691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5 modules ships with a runnable self-test — exercised end-to-end during development.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1064240" cy="0"/>
          </a:xfrm>
          <a:prstGeom prst="line">
            <a:avLst/>
          </a:prstGeom>
          <a:noFill/>
          <a:ln w="12700">
            <a:solidFill>
              <a:srgbClr val="1C3D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LIMITATIONS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fatigue-related lapse risk, not accidents generally — no telematics (speed, braking) yet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trained on domain-informed synthetic data, not real fleet incidents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/ Hindi alert phrasing is machine-translated pending native review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29718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risk_predictor.py on real session data as fleets accumulate it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live EAR/MAR running averages into threshold_calibration.py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telematics inputs (speed, braking) if OBD data becomes available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2A104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SixthSense AI — ML + Backend Contribution</dc:title>
  <dc:subject>PptxGenJS Presentation</dc:subject>
  <dc:creator>SixthSense AI Team</dc:creator>
  <cp:lastModifiedBy>SixthSense AI Team</cp:lastModifiedBy>
  <cp:revision>1</cp:revision>
  <dcterms:created xsi:type="dcterms:W3CDTF">2026-07-03T01:20:23Z</dcterms:created>
  <dcterms:modified xsi:type="dcterms:W3CDTF">2026-07-03T01:20:23Z</dcterms:modified>
</cp:coreProperties>
</file>